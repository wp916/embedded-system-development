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0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70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38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91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9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67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29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7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09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DD599-1E9D-49FB-AF92-38B83E7DFFE1}" type="datetimeFigureOut">
              <a:rPr lang="zh-CN" altLang="en-US" smtClean="0"/>
              <a:t>2024/3/13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A62F3-3474-43C0-95F4-CB8D102E9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4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89029" cy="70758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42992" y="3331923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16</a:t>
            </a:r>
            <a:r>
              <a:rPr lang="zh-CN" altLang="en-US" dirty="0" smtClean="0">
                <a:solidFill>
                  <a:srgbClr val="FF0000"/>
                </a:solidFill>
              </a:rPr>
              <a:t>*</a:t>
            </a:r>
            <a:r>
              <a:rPr lang="en-US" altLang="zh-CN" dirty="0" smtClean="0">
                <a:solidFill>
                  <a:srgbClr val="FF0000"/>
                </a:solidFill>
              </a:rPr>
              <a:t>4=64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5902" y="6597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9973" y="432148"/>
            <a:ext cx="6883052" cy="7077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45952" y="43109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46102" y="5981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80552" y="1672763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21</a:t>
            </a:r>
            <a:r>
              <a:rPr lang="zh-CN" altLang="en-US" dirty="0" smtClean="0">
                <a:solidFill>
                  <a:srgbClr val="FF0000"/>
                </a:solidFill>
              </a:rPr>
              <a:t>个双引脚小零件，</a:t>
            </a:r>
            <a:r>
              <a:rPr lang="en-US" altLang="zh-CN" dirty="0" smtClean="0">
                <a:solidFill>
                  <a:srgbClr val="FF0000"/>
                </a:solidFill>
              </a:rPr>
              <a:t>21</a:t>
            </a:r>
            <a:r>
              <a:rPr lang="zh-CN" altLang="en-US" dirty="0" smtClean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43587" y="5440063"/>
            <a:ext cx="1507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正面总共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17+42+64+5+3+16=147</a:t>
            </a:r>
            <a:r>
              <a:rPr lang="zh-CN" altLang="en-US" dirty="0" smtClean="0">
                <a:solidFill>
                  <a:srgbClr val="FF0000"/>
                </a:solidFill>
              </a:rPr>
              <a:t>个焊盘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8473" y="1651156"/>
            <a:ext cx="721377" cy="41400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8473" y="533348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16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85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991" y="-57150"/>
            <a:ext cx="9505950" cy="675079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45423" y="19106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8723" y="19106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22002" y="4302148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r>
              <a:rPr lang="zh-CN" altLang="en-US" dirty="0" smtClean="0">
                <a:solidFill>
                  <a:srgbClr val="FF0000"/>
                </a:solidFill>
              </a:rPr>
              <a:t>个双引脚小零件，</a:t>
            </a:r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r>
              <a:rPr lang="zh-CN" altLang="en-US" dirty="0" smtClean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0668" y="4944763"/>
            <a:ext cx="150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反面总共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8+16+38=62</a:t>
            </a:r>
            <a:r>
              <a:rPr lang="zh-CN" altLang="en-US" dirty="0" smtClean="0">
                <a:solidFill>
                  <a:srgbClr val="FF0000"/>
                </a:solidFill>
              </a:rPr>
              <a:t>个引脚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51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89029" cy="70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9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39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7</cp:revision>
  <dcterms:created xsi:type="dcterms:W3CDTF">2024-03-13T07:07:36Z</dcterms:created>
  <dcterms:modified xsi:type="dcterms:W3CDTF">2024-03-13T08:09:11Z</dcterms:modified>
</cp:coreProperties>
</file>